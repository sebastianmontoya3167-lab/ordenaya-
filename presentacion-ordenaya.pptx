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4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OrdenaYa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2004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E6DA"/>
                </a:solidFill>
              </a:rPr>
              <a:t>Sistema de pedidos en la nube para la Panadería La Espiga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C9B5"/>
                </a:solidFill>
              </a:rPr>
              <a:t>Proyecto ABP · Programación para la Web · UCN Medellín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45920"/>
            <a:ext cx="78638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E2622"/>
                </a:solidFill>
              </a:rPr>
              <a:t>La panadería recibe todos sus pedidos por WhatsApp y llamadas.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E2622"/>
                </a:solidFill>
              </a:rPr>
              <a:t>Los pedidos se pierden entre otros mensajes del chat.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E2622"/>
                </a:solidFill>
              </a:rPr>
              <a:t>No existe un registro organizado de qué entregar y cuándo.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E2622"/>
                </a:solidFill>
              </a:rPr>
              <a:t>El cliente no sabe si su pedido fue confirmado o está listo.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2E2622"/>
                </a:solidFill>
              </a:rPr>
              <a:t>El dueño arma la lista del día revisando decenas de chats manualmente.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052560" y="1645920"/>
            <a:ext cx="2377440" cy="4389120"/>
          </a:xfrm>
          <a:prstGeom prst="roundRect">
            <a:avLst>
              <a:gd name="adj" fmla="val 4615"/>
            </a:avLst>
          </a:prstGeom>
          <a:solidFill>
            <a:srgbClr val="A45C4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052560" y="35661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Negocio real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Medellín, Antioquia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 de la solución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2622"/>
                </a:solidFill>
              </a:rPr>
              <a:t>Construir una aplicación web en la nube que permita: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D5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5C40"/>
                </a:solidFill>
              </a:rPr>
              <a:t>Cliente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1089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622"/>
                </a:solidFill>
              </a:rPr>
              <a:t>Hacer pedidos desde su celular en segundos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237744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D5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70916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5C40"/>
                </a:solidFill>
              </a:rPr>
              <a:t>Panadería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31089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622"/>
                </a:solidFill>
              </a:rPr>
              <a:t>Ver y gestionar pedidos en tiempo real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2377440"/>
            <a:ext cx="33832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D5C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6676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5C40"/>
                </a:solidFill>
              </a:rPr>
              <a:t>Negocio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31089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622"/>
                </a:solidFill>
              </a:rPr>
              <a:t>No pagar ni administrar servidores propios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en la nube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931920" y="173736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D5C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0" y="1874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2622"/>
                </a:solidFill>
              </a:rPr>
              <a:t>Cliente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2E2622"/>
                </a:solidFill>
              </a:rPr>
              <a:t>(navegador)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2377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058"/>
                </a:solidFill>
              </a:rPr>
              <a:t>index.html / admin.html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338328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A45C40"/>
          </a:solidFill>
          <a:ln w="12700">
            <a:solidFill>
              <a:srgbClr val="E2D5C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0" y="35204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Firebase Hosting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4023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Sirve HTML/CSS/JS vía HTTPS+CDN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5029200"/>
            <a:ext cx="4297680" cy="1371600"/>
          </a:xfrm>
          <a:prstGeom prst="roundRect">
            <a:avLst>
              <a:gd name="adj" fmla="val 6667"/>
            </a:avLst>
          </a:prstGeom>
          <a:solidFill>
            <a:srgbClr val="2F7D4F"/>
          </a:solidFill>
          <a:ln w="12700">
            <a:solidFill>
              <a:srgbClr val="E2D5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0" y="5166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Cloud Firestore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5669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Base de datos NoSQL en tiempo real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0760" y="3108960"/>
            <a:ext cx="0" cy="502920"/>
          </a:xfrm>
          <a:prstGeom prst="line">
            <a:avLst/>
          </a:prstGeom>
          <a:noFill/>
          <a:ln w="25400">
            <a:solidFill>
              <a:srgbClr val="9A8F8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080760" y="4754880"/>
            <a:ext cx="0" cy="502920"/>
          </a:xfrm>
          <a:prstGeom prst="line">
            <a:avLst/>
          </a:prstGeom>
          <a:noFill/>
          <a:ln w="25400">
            <a:solidFill>
              <a:srgbClr val="9A8F85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Tecnologías utilizadas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45C40"/>
                </a:solidFill>
              </a:rPr>
              <a:t>Frontend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17373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622"/>
                </a:solidFill>
              </a:rPr>
              <a:t>HTML5, CSS3, JavaScript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688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45C40"/>
                </a:solidFill>
              </a:rPr>
              <a:t>Backend / BaaS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2468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622"/>
                </a:solidFill>
              </a:rPr>
              <a:t>Firebase (Google Cloud)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45C40"/>
                </a:solidFill>
              </a:rPr>
              <a:t>Base de datos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3200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622"/>
                </a:solidFill>
              </a:rPr>
              <a:t>Cloud Firestore (NoSQL, tiempo real)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31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45C40"/>
                </a:solidFill>
              </a:rPr>
              <a:t>Hosting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3931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622"/>
                </a:solidFill>
              </a:rPr>
              <a:t>Firebase Hosting (CDN + HTTPS)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63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45C40"/>
                </a:solidFill>
              </a:rPr>
              <a:t>Control de versiones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4663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622"/>
                </a:solidFill>
              </a:rPr>
              <a:t>Git y GitHub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Funcionalidades clave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E2622"/>
                </a:solidFill>
              </a:rPr>
              <a:t>Formulario público de pedidos con validación de campos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E2622"/>
                </a:solidFill>
              </a:rPr>
              <a:t>Consulta de estado de pedido por número de teléfono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E2622"/>
                </a:solidFill>
              </a:rPr>
              <a:t>Panel administrativo con actualización en tiempo real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E2622"/>
                </a:solidFill>
              </a:rPr>
              <a:t>Cambio de estado de pedido (pendiente → listo) con un clic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rgbClr val="2E2622"/>
                </a:solidFill>
              </a:rPr>
              <a:t>Reglas de seguridad configuradas en Firestore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26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y próximos pasos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5C40"/>
                </a:solidFill>
              </a:rPr>
              <a:t>Resultados de esta entrega: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20116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2622"/>
                </a:solidFill>
              </a:rPr>
              <a:t>Aplicación funcional desplegada en la nube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2622"/>
                </a:solidFill>
              </a:rPr>
              <a:t>Repositorio público organizado en GitHub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2622"/>
                </a:solidFill>
              </a:rPr>
              <a:t>Documentación técnica completa (README)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5C40"/>
                </a:solidFill>
              </a:rPr>
              <a:t>Próximos pasos: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2622"/>
                </a:solidFill>
              </a:rPr>
              <a:t>Autenticación para el panel administrativo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2622"/>
                </a:solidFill>
              </a:rPr>
              <a:t>Notificaciones automáticas por WhatsApp/Email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E2622"/>
                </a:solidFill>
              </a:rPr>
              <a:t>Reportes de ventas por producto y fecha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7C42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E6DA"/>
                </a:solidFill>
              </a:rPr>
              <a:t>Repositorio: github.com/usuario/ordenaya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2026-09-09T01:34:00Z</dcterms:created>
  <dcterms:modified xsi:type="dcterms:W3CDTF">2026-09-09T01:34:00Z</dcterms:modified>
</cp:coreProperties>
</file>